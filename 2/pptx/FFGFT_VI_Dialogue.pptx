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Dialogue, Applications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Outlook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 comparisons, engineering routes,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deliberately subordinate sectors.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244–275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documented comparison series, not a sales tour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356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HLV G-Lattice (Krüger)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4356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diagnostic channel (gap hierarchy); independent reproduction of the conservative Run-E result; φ-as-limit posed as an open bridge question (271/275).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7685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Theory (Vossen)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27685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vocabulary (PRC/PRM/Residual/Revision) applied in Doc. 274; declaration-vs-enactment boundary clarified; A* cooperative space confirmed.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181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RA/PMT (Guevara)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1181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structural comparison (245/246/269); the Accord object as a bridge candidate in the IPI discourse.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935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 · UC · Vopson · RSG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9593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Hilbert-space comparison with UMF (244); UC framework (260); Vopson's information physics (251); RSG diagnostics (246) — each mapped, none absorbed.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offering derivations, not seeking validation — confident in substance, courteous in exchange.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map, not a ranking: substrate and primitive axes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274 charts the Information Physics Institute landscape along two axes: what each framework takes as substrate, and what it takes as primitive.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FFGFT's coordinates: continuous fractal torus as substrate; the dimensionless ratio ξ as primitive — distinct from lattices, graphs, and information primitives.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governance-aware: it uses the Dot-Theory operational vocabulary admissibly, with residuals declared rather than absorbed.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make convergence and divergence checkable instead of rhetorical — who shares which assumption, where translations exist, where they fail.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mapping: FFGFT occupies a corner no other IPI framework occupies — geometric substrate with a single dimensionless primitive.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083–085 / 187 / 167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route: photonics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chips (083–085)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150876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Chinese photonic quantum chip as catalyst; wafer integration argued from a communications-engineering standpoint — the author's home discipline.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8775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photonics (187)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2587752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photon sector turned toward devices: where torus mode structure suggests concrete integrated-optics experiments.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7530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on the ladder (167)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3666744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LiNbO₃ — the workhorse of integrated optics — located on the ξ-power ladder: material constants as scale-ladder entries.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workbench in one biography: HTL electronics, FidoNet-era networking, accordion acoustics — the dual practice behind the dual methodology.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042 / 060 / 137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harmonic thread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comma to 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Pythagorean comma — the small mismatch when twelve fifths miss seven octaves — is the musical twin of the fractal deviation ξ (Doc. 060).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042: the particle spectrum read as harmonic structure — overtone logic, not metaphor.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 — the riddle as music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137 stages the fine-structure number as a spiral of intervals — the centuries-old riddle re-heard as torus harmonics.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Tonnetz lineage (Part I) closes its circle here: the model that motivated ξ also illustrates its consequences.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 BY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Cosmology: status honestly graded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forward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peak series ℓ_n = A·n/(1 + B/n) with B = 1/3 derived purely from D = 4 — geometric anharmonicity as forward content (P31).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z* ≈ 875 confirmed as the FFGFT-consistent value.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circularity of BOTH comparisons (ΛCDM and FFGFT) made explicit and symmetric (267/268).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input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positions {3, 18, 42, 78}: recognised and declared as retrodiction (P29–P31).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via ξ^(41/4): the exponent is declared calibration, not derivation (P20/P32).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 = c/H₀ is the Hubble length — not the size of the universe, not the horizon (P36).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sectors (g−2, gravitation details) documented in the corpus — not foregrounded in this series.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ANNEX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Speculative extensions, clearly fenced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Consciousness and biology documents exist (100, 154 cortex, 155 DNA, 170, 207) — explicitly layer-3 material: plausibility explorations, never load-bearing.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holes and information (250, 254): a geometric theorem forces resonant information concentration under shrinking area — with three open proof gaps named in the text.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Time's arrow (157), the universe question (156): conceptual essays that consume the framework, not premises that support it.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 matters: nothing in Parts I–V depends on anything in this annex.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earns the right to speculate by labelling its speculation — the label is part of the method.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is open, versioned, and reproducible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documents, German + English, A4 (v1.1.2)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P1–P37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correction register with dated statuses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numerical claims backed by public scripts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Zenodo: 10.5281/zenodo.20474821 (current v1.1.2) — versioned releases with changelogs.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jpascher/T0-Time-Mass-Duality — sources, build pipeline, comparison scripts.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editions via Amazon KDP: five volumes, three formats, German and English.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7315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parameter. One geometry.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consequences.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036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units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77440" y="297180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297180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29718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133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10.5281/zenodo.20474821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GitHub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jpascher/T0-Time-Mass-Duality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4988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timemassduality@gmail.com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VI — Dialogue &amp; Outlook</dc:title>
  <dc:subject>PptxGenJS Presentation</dc:subject>
  <dc:creator>Johann Pascher</dc:creator>
  <cp:lastModifiedBy>Johann Pascher</cp:lastModifiedBy>
  <cp:revision>1</cp:revision>
  <dcterms:created xsi:type="dcterms:W3CDTF">2026-06-10T15:47:17Z</dcterms:created>
  <dcterms:modified xsi:type="dcterms:W3CDTF">2026-06-10T15:47:17Z</dcterms:modified>
</cp:coreProperties>
</file>