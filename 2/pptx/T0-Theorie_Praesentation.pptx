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Die T0-Theorie: Energie, Geometrie und Vereinheitlichung</a:t>
            </a:r>
          </a:p>
          <a:p>
            <a:pPr>
              <a:defRPr sz="2000"/>
            </a:pPr>
            <a:r>
              <a:t>Universelle Konstante ξ</a:t>
            </a:r>
          </a:p>
          <a:p>
            <a:pPr>
              <a:defRPr sz="2000"/>
            </a:pPr>
            <a:r>
              <a:t>Gravitation als abgeleiteter Effekt</a:t>
            </a:r>
          </a:p>
          <a:p>
            <a:pPr>
              <a:defRPr sz="2000"/>
            </a:pPr>
            <a:r>
              <a:t>Geometrische Herleitung fundamentaler Konstanten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Offene Fragen in Quantenmechanik &amp; Relativität</a:t>
            </a:r>
          </a:p>
          <a:p>
            <a:pPr>
              <a:defRPr sz="2000"/>
            </a:pPr>
            <a:r>
              <a:t>Grenzen des Standardmodells (SM)</a:t>
            </a:r>
          </a:p>
          <a:p>
            <a:pPr>
              <a:defRPr sz="2000"/>
            </a:pPr>
            <a:r>
              <a:t>Bell-Tests zeigen Unvollständigkeit lokaler Beschreibungen</a:t>
            </a:r>
          </a:p>
          <a:p>
            <a:pPr>
              <a:defRPr sz="2000"/>
            </a:pPr>
            <a:r>
              <a:t>Ziel: konsistente, geometrische Vereinheitlichung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Zentrale Idee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Universelles ξ-Feld statt fundamentaler Kräfte</a:t>
            </a:r>
          </a:p>
          <a:p>
            <a:pPr>
              <a:defRPr sz="2000"/>
            </a:pPr>
            <a:r>
              <a:t>Energie und Geometrie untrennbar verbunden</a:t>
            </a:r>
          </a:p>
          <a:p>
            <a:pPr>
              <a:defRPr sz="2000"/>
            </a:pPr>
            <a:r>
              <a:t>Planck-Skala wird ersetzt durch m_char</a:t>
            </a:r>
          </a:p>
          <a:p>
            <a:pPr>
              <a:defRPr sz="2000"/>
            </a:pPr>
            <a:r>
              <a:t>Konsequenz: neue Darstellung aller Naturkonstanten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Energie-Konzept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Energie aus ξ-Geometrie</a:t>
            </a:r>
          </a:p>
          <a:p>
            <a:pPr>
              <a:defRPr sz="2000"/>
            </a:pPr>
            <a:r>
              <a:t>Gravitation = abgeleiteter Effekt, kein Grundbaustein</a:t>
            </a:r>
          </a:p>
          <a:p>
            <a:pPr>
              <a:defRPr sz="2000"/>
            </a:pPr>
            <a:r>
              <a:t>Einheitliches Energieschema für Teilchen und Felder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Natürliche Einheiten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ħ = c = 1 als Basis</a:t>
            </a:r>
          </a:p>
          <a:p>
            <a:pPr>
              <a:defRPr sz="2000"/>
            </a:pPr>
            <a:r>
              <a:t>Einführung charakteristischer Masse m_char</a:t>
            </a:r>
          </a:p>
          <a:p>
            <a:pPr>
              <a:defRPr sz="2000"/>
            </a:pPr>
            <a:r>
              <a:t>Definition abgeleiteter Größen wie G_nat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Geometrische Herleitungen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Teilchenmassen aus geometrischen Bedingungen</a:t>
            </a:r>
          </a:p>
          <a:p>
            <a:pPr>
              <a:defRPr sz="2000"/>
            </a:pPr>
            <a:r>
              <a:t>Magnetisches Moment aus symmetrischen Strukturen</a:t>
            </a:r>
          </a:p>
          <a:p>
            <a:pPr>
              <a:defRPr sz="2000"/>
            </a:pPr>
            <a:r>
              <a:t>Gravitation aus geometrischer Raumordnung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Geometrische Herleitungen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Feinstrukturkonstante α als geometrische Größe</a:t>
            </a:r>
          </a:p>
          <a:p>
            <a:pPr>
              <a:defRPr sz="2000"/>
            </a:pPr>
            <a:r>
              <a:t>Zusammenhang von α, e, c, ħ neu formuliert</a:t>
            </a:r>
          </a:p>
          <a:p>
            <a:pPr>
              <a:defRPr sz="2000"/>
            </a:pPr>
            <a:r>
              <a:t>Alle Naturkonstanten als Ausdruck von ξ-Geometrie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Erweiterte Schrödinger-Gleichung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Standard: iħ ∂/∂t ψ = Hψ</a:t>
            </a:r>
          </a:p>
          <a:p>
            <a:pPr>
              <a:defRPr sz="2000"/>
            </a:pPr>
            <a:r>
              <a:t>Erweiterung: zusätzliche Terme durch ξ-Kopplung</a:t>
            </a:r>
          </a:p>
          <a:p>
            <a:pPr>
              <a:defRPr sz="2000"/>
            </a:pPr>
            <a:r>
              <a:t>Neue Lösungen und Spektren</a:t>
            </a:r>
          </a:p>
          <a:p>
            <a:pPr>
              <a:defRPr sz="2000"/>
            </a:pPr>
            <a:r>
              <a:t>Verbindung zur Geometrie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Erweiterte Lagrange-Formulierung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Lagrangian als Basis jeder Feldtheorie</a:t>
            </a:r>
          </a:p>
          <a:p>
            <a:pPr>
              <a:defRPr sz="2000"/>
            </a:pPr>
            <a:r>
              <a:t>T0: zusätzlicher ξ-Term integriert</a:t>
            </a:r>
          </a:p>
          <a:p>
            <a:pPr>
              <a:defRPr sz="2000"/>
            </a:pPr>
            <a:r>
              <a:t>Vereinfachung und Vereinheitlichung der Wechselwirkungen</a:t>
            </a:r>
          </a:p>
          <a:p>
            <a:pPr>
              <a:defRPr sz="2000"/>
            </a:pPr>
            <a:r>
              <a:t>Weniger freie Parameter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Vereinfachte Dirac-Gleichung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Standard: (iγ^μ ∂_μ - m)ψ = 0</a:t>
            </a:r>
          </a:p>
          <a:p>
            <a:pPr>
              <a:defRPr sz="2000"/>
            </a:pPr>
            <a:r>
              <a:t>T0: Massen- und Kopplungsterme geometrisch motiviert</a:t>
            </a:r>
          </a:p>
          <a:p>
            <a:pPr>
              <a:defRPr sz="2000"/>
            </a:pPr>
            <a:r>
              <a:t>Vereinfachung: weniger Annahmen</a:t>
            </a:r>
          </a:p>
          <a:p>
            <a:pPr>
              <a:defRPr sz="2000"/>
            </a:pPr>
            <a:r>
              <a:t>Spin, Masse und Geometrie verknüpft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Vergleich mit Standardtheorien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Standardmodell: mehrere fundamentale Kräfte</a:t>
            </a:r>
          </a:p>
          <a:p>
            <a:pPr>
              <a:defRPr sz="2000"/>
            </a:pPr>
            <a:r>
              <a:t>T0: einziges ξ-Feld</a:t>
            </a:r>
          </a:p>
          <a:p>
            <a:pPr>
              <a:defRPr sz="2000"/>
            </a:pPr>
            <a:r>
              <a:t>Planck-Skala vs. m_char</a:t>
            </a:r>
          </a:p>
          <a:p>
            <a:pPr>
              <a:defRPr sz="2000"/>
            </a:pPr>
            <a:r>
              <a:t>Erklärung statt bloßes Einfügen von Konstanten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Kosmologische Konsequenzen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Kein Urknall nötig</a:t>
            </a:r>
          </a:p>
          <a:p>
            <a:pPr>
              <a:defRPr sz="2000"/>
            </a:pPr>
            <a:r>
              <a:t>Kein expandierendes Universum</a:t>
            </a:r>
          </a:p>
          <a:p>
            <a:pPr>
              <a:defRPr sz="2000"/>
            </a:pPr>
            <a:r>
              <a:t>Universum ist endlich, aber nicht unbegrenzt</a:t>
            </a:r>
          </a:p>
          <a:p>
            <a:pPr>
              <a:defRPr sz="2000"/>
            </a:pPr>
            <a:r>
              <a:t>Stationäres Weltmodell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Logische Schlussfolgerungen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Gravitation = emergent</a:t>
            </a:r>
          </a:p>
          <a:p>
            <a:pPr>
              <a:defRPr sz="2000"/>
            </a:pPr>
            <a:r>
              <a:t>Naturkonstanten sind geometrisch ableitbar</a:t>
            </a:r>
          </a:p>
          <a:p>
            <a:pPr>
              <a:defRPr sz="2000"/>
            </a:pPr>
            <a:r>
              <a:t>Energie, Raum und Zeit = Einheit</a:t>
            </a:r>
          </a:p>
          <a:p>
            <a:pPr>
              <a:defRPr sz="2000"/>
            </a:pPr>
            <a:r>
              <a:t>Kosmologie ohne spekulative Hypothesen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Empirische Konsistenz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Keine freien Parameter – einzige Prämisse: 3D-Raum</a:t>
            </a:r>
          </a:p>
          <a:p>
            <a:pPr>
              <a:defRPr sz="2000"/>
            </a:pPr>
            <a:r>
              <a:t>Messwerte passen konsistent:</a:t>
            </a:r>
          </a:p>
          <a:p>
            <a:pPr>
              <a:defRPr sz="2000"/>
            </a:pPr>
            <a:r>
              <a:t>Magnetisches Moment, Teilchenmassen, ħ</a:t>
            </a:r>
          </a:p>
          <a:p>
            <a:pPr>
              <a:defRPr sz="2000"/>
            </a:pPr>
            <a:r>
              <a:t>Casimir-Effekt und Präzisionsdaten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Experimentelle Perspektiven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Weitere Tests: α, Gravitation auf Mikroskalen</a:t>
            </a:r>
          </a:p>
          <a:p>
            <a:pPr>
              <a:defRPr sz="2000"/>
            </a:pPr>
            <a:r>
              <a:t>Spektrale Abweichungen in Teilchenphysik</a:t>
            </a:r>
          </a:p>
          <a:p>
            <a:pPr>
              <a:defRPr sz="2000"/>
            </a:pPr>
            <a:r>
              <a:t>Ziel: zusätzliche Stützung der Geometrie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Offene Punkte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Mathematische Ausarbeitung (Lagrangian, Dirac)</a:t>
            </a:r>
          </a:p>
          <a:p>
            <a:pPr>
              <a:defRPr sz="2000"/>
            </a:pPr>
            <a:r>
              <a:t>Explizite Formulierung lokaler Unvollständigkeit</a:t>
            </a:r>
          </a:p>
          <a:p>
            <a:pPr>
              <a:defRPr sz="2000"/>
            </a:pPr>
            <a:r>
              <a:t>Integration in Quantenfeldtheorie</a:t>
            </a:r>
          </a:p>
          <a:p>
            <a:pPr>
              <a:defRPr sz="2000"/>
            </a:pPr>
            <a:r>
              <a:t>Grundstruktur bereits konsistent mit Messdaten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Zusammenfassung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ξ-Feld als Grundlage</a:t>
            </a:r>
          </a:p>
          <a:p>
            <a:pPr>
              <a:defRPr sz="2000"/>
            </a:pPr>
            <a:r>
              <a:t>Geometrische Herleitung von Massen, Momenten, Konstanten</a:t>
            </a:r>
          </a:p>
          <a:p>
            <a:pPr>
              <a:defRPr sz="2000"/>
            </a:pPr>
            <a:r>
              <a:t>Erweiterte Gleichungen (Schrödinger, Lagrangian, Dirac)</a:t>
            </a:r>
          </a:p>
          <a:p>
            <a:pPr>
              <a:defRPr sz="2000"/>
            </a:pPr>
            <a:r>
              <a:t>Kosmologie ohne Urknall und Expansion</a:t>
            </a:r>
          </a:p>
          <a:p>
            <a:pPr>
              <a:defRPr sz="2000"/>
            </a:pPr>
            <a:r>
              <a:t>Neue Basis für Physik und Philosophie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