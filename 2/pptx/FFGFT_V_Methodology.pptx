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Bridges, Methodology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Validation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framework keeps itself honest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the numerical stress tests show.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— falsification before interpretation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472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derivations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83794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from ξ: lepton structure, Koide scalar, α-relation, the scale ladder q = 2/3. Fully recomputable.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551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291693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Algebraically proven inter-sector links — matrix reduction (206), projection chain (270), R-operator (203), fractal boundary condition (204).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99592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sketches, flagged as such. Negative and underdetermined outcomes are admissible results, not failures.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FBF3E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26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Ontological hierarchy:  ontological truth  &gt;  best approximation (4D torus, generative)  &gt;  computational form (matrix algebra)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Triangle-matrix reduction: exact algebra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A_ξ³ = (1 − ξ) · 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det(A_ξ) = 1 − ξ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 = 3 − ξ as linear spectral dimension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proven — layer 2 of the methodology.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external bridges tested (Austin, Tekermen, Phillips, Porter, Chekanov–Hakan, Moseley).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 on record: ν_M = 8.23 THz is a thermal vacuum scale (~395 K), not a quantum-gravity scale — regime separation, not contradiction.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numerology filter rejected the framework's own tempting Ω_Λ fit as statistical noise.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change: three operation types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Duality unrolling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↔ time via T̃·m = 1. Information-preserving in mode content — time as the price of embedding.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6459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459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projection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 space direction. Strictly lossy — information demonstrably destroyed.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146304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6459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459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Hilbert representation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606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T⁴ ↔ Hilbert space, bijective. Lossless translation between geometry and quantum formalism.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the operations ends a family of pseudo-paradoxes: what is 'lost' in dimensional reduction depends entirely on which type is invoked.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192 / 193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Algebraic composition limits: terms vs.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symbolic terms compose freely, but physical results do not — naive term manipulation manufactures pseudo-derivations.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192 marks the precise boundary: which algebraic compositions of ξ-expressions remain physically meaningful.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193 identifies the prefactors as geometric invariants — they cannot be absorbed or shuffled without changing the claim ('non-closure').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pair is the formal backbone of the ξᴺ-triviality guard (P35): an exponent alone is not a prediction.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FBF3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416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Self-protection by design: the corpus formalises the abuse patterns its own results could invite — before critics need to.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190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correction register: K1–K3, P1–P37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636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636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73352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 calibration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41/4 exponent is declared external ΛCDM calibration — a unit choice, not a derivation.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636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636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33872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magnitude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forward, magnitude input: the 5⁴ scale is harmonically motivated, not derived.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352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35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73352" y="2916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count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32918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3+1 is empirical input; periodicity, torus, minimal sufficiency are the forward content.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9352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35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P35–P37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33872" y="2916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Triviality &amp; φ-roles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32918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ξᴺ alone is contentless; the three scalars ξ, 1/φ, Q_FFGFT operate on separate levels.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silently overwritten: every correction carries a date, a status, and the documents it touches. Declared-but-not-yet-propagated gaps are themselves recorded.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ξ to φ: the golden ratio as a fixed point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damping recursion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r(k+1) = r(k) · (1 − ξ),    r(0) = D_f / 3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= log(φ) / ξ ≈ 3609</a:t>
            </a:r>
            <a:endParaRPr lang="en-US" sz="2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r(3609) = 0.6179940…  ≈  1/φ = 0.6180340…</a:t>
            </a:r>
            <a:endParaRPr lang="en-US" sz="2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4.0 × 10⁻⁵ (relative 6.5 × 10⁻⁵) — no free parameter, no fit.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levels carry q = 2/3: (2/3)³⁶⁰⁹ converges — not an RG cascade, not an astronomical limit.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235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scalars — three levels (P37)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23560" y="182880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E8F0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9008" y="21031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= 1.33×10⁻⁴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99632" y="21945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— input, fractal dimension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2761488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5779008" y="303580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1/φ = 0.6180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31272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macroscopic — fixed point of the recursion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694176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E8F0F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79008" y="3968496"/>
            <a:ext cx="274320" cy="27432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0.6677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99632" y="40599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scale — Koide scalar of the leptons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stress test against null models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identical kNN pipeline for all models · N = 2000 · 3 seeds · metric: gap coefficient of variation (low sector) — analogous to Krüger Run E (HLV)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002536"/>
            <a:ext cx="1207008" cy="17922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 T⁴ graph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93976" y="2674620"/>
            <a:ext cx="1207008" cy="1120140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12" name="Text 10"/>
          <p:cNvSpPr/>
          <p:nvPr/>
        </p:nvSpPr>
        <p:spPr>
          <a:xfrm>
            <a:off x="2093976" y="238201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39112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39112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edge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10712" y="2989326"/>
            <a:ext cx="1207008" cy="80543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410712" y="269671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HLV G-Lattice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27448" y="2989326"/>
            <a:ext cx="1207008" cy="805434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20" name="Text 18"/>
          <p:cNvSpPr/>
          <p:nvPr/>
        </p:nvSpPr>
        <p:spPr>
          <a:xfrm>
            <a:off x="4727448" y="269671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72584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Jittered cubic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72584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44184" y="3137611"/>
            <a:ext cx="1207008" cy="657149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044184" y="2845003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60920" y="3468319"/>
            <a:ext cx="1207008" cy="326441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175711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06056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torus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06056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edge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" y="2674620"/>
            <a:ext cx="7680960" cy="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583680" y="24003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null-band upper edge 1.05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 T⁴ separates (1.68 ± 0.09); HLV ≈ jittered (Δ &lt; 0.001) — an independent reproduction of Krüger's conservative Run-E finding. Script public, reproducible.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248 / 249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Falsifiability as a working criterion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refute FFGFT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lepton mass ratio drifting outside the rational-invariant structure.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violation of the q = 2/3 ladder across sectors.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statistics deviating from the topologically carried correlations.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Epistemic stance (248)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4D description is fractal, open and recursive — completeness is not claimed, auditability is.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cannot be visualised is not thereby unintelligible' (Doc. 262) — structure and consequence outrank imagination.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is richer than current measurement — the 1970s acoustics lesson, formalised.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methodological layers with falsification before interpretation; honest negatives are published results.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bridges: A_ξ³ = (1−ξ)·I, the three projection types, composition limits as triviality guards.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P1–P37 records every correction with date and status — including its own enactment gaps.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1/φ emerges as the fixed point of the ξ-recursion (k* ≈ 3609, error 4×10⁻⁵, parameter-free).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numerical stress test: T⁴ separates from matched nulls; the comparison pipeline is public.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VI: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Dialogue, Applications &amp; Outlook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FFGFT Part V — Methodology &amp; Validation</dc:title>
  <dc:subject>PptxGenJS Presentation</dc:subject>
  <dc:creator>Johann Pascher</dc:creator>
  <cp:lastModifiedBy>Johann Pascher</cp:lastModifiedBy>
  <cp:revision>1</cp:revision>
  <dcterms:created xsi:type="dcterms:W3CDTF">2026-06-10T15:47:17Z</dcterms:created>
  <dcterms:modified xsi:type="dcterms:W3CDTF">2026-06-10T15:47:17Z</dcterms:modified>
</cp:coreProperties>
</file>