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Foundation: Geometry, Ratios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Natural Units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physics is ratio-based — and what a single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dimensionless number can carry.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INPUT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dimensionless number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200400" cy="32004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 / 30000 = 1 / 7500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1.333 × 10⁻⁴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 = 3 − ξ ≈ 2.99987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Hausdorff dimension of 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7500 = 2² · 3 · 5⁴  (36 divisors)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77640" y="1417320"/>
            <a:ext cx="4663440" cy="1005840"/>
          </a:xfrm>
          <a:prstGeom prst="roundRect">
            <a:avLst>
              <a:gd name="adj" fmla="val 6364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— forward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178308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structure (4/3, the Z₃ symmetry, the torus winding logic) is geometrically motivated and derived.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77640" y="2532888"/>
            <a:ext cx="4663440" cy="1005840"/>
          </a:xfrm>
          <a:prstGeom prst="roundRect">
            <a:avLst>
              <a:gd name="adj" fmla="val 6364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2624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— input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289864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absolute size 5⁴ is declared as harmonically motivated (Euler's Tonnetz) or empirically anchored (Higgs sector) — not forward-derived (Doc. 190, P33).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77640" y="3648456"/>
            <a:ext cx="4663440" cy="1005840"/>
          </a:xfrm>
          <a:prstGeom prst="roundRect">
            <a:avLst>
              <a:gd name="adj" fmla="val 6364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3739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401421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circularity question is analysed openly in Doc. 009 — the corpus treats its own foundations as critically as it treats competitors.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RELATION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Time–mass duality:  T̃ · m = 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time T̃ and mass m are inversely coupled — heavier objects carry faster internal clocks.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postulate about laboratory clocks: a compactification relation on the 4-torus — one circle carries mass AND time.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mc² and E = m become the same statement once c is recognised as a unit conversion (Doc. 077).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buys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circles suffice instead of a naïve five — minimal sufficiency (Doc. 270, P34).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reading (T⁴) and time reading (T³ + time) are two views of one object — a bijection, not two theories.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duality is the shared structure beneath QM and relativity — the original motivation of the whole programme.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METHODOLOGICAL CORE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Ratio-based vs. parameter-based physics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45920"/>
            <a:ext cx="310896" cy="310896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Model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 free parameters, fitted to experiment. Constants carry units and hide conventions. Why-questions are out of scope.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16459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 — Layer 1 (ratios)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ratio statements: mass ratios, coupling ratios, the Koide scalar. Parameter-free, unit-free, exactly computable (Doc. 053, Part I).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463040"/>
            <a:ext cx="2606040" cy="283464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6459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 — Layer 2 (SI contact)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263640" y="2697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reference (e.g. the electron mass in SI) converts every ratio into an absolute number. The conversion layer is declared, never hidden (Doc. 053, Part II).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526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are the intrinsic content; absolute numbers are ratios plus a unit choice. This separation runs through the entire corpus (Doc. 054, 122, 241).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241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layers: where the constants go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ħ = c = G = k_B =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6537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step: the classical natural-unit choice removes the unit-carrying constants — they were conversion factors all along.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5054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950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step: even the fine-structure constant can be absorbed into the charge definition — what remains is pure structure.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5295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survives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9136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Dimensionless ratios and ξ. Everything that survives both steps is intrinsic physics; everything that vanished was bookkeeping.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FBF3E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268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recursion is hidden in SI units and becomes visible in natural units — the unit system is not neutral, it shapes what looks fundamental.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014 / 015 / 261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units in FFGFT: static, correction-free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correction-free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Compactified time is static and complete — dynamics (the arrow) emerges from traversal, not from the geometry itself (Doc. 261).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ratio space no fractal correction factor is needed: K_frak = 0.9862 appears only when converting to absolute SI quantities (Doc. 122).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calculations are exact; error propagation only enters with the unit bridge.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explicit SI is required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 laboratory measures in metres, seconds, kilograms — the bridge constants c, ħ map circles to measured axes.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space–time bridge, ħ = mass–time bridge: setting c = ħ = 1 collapses L, T, M and destroys the exponent structure one wants to read (P34).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2019 SI reform fixed these constants exactly — FFGFT treats that as the formal completion of their conversion-factor status.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070 / 101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the circularity of constants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worry: G defines the Planck length, the Planck length appears in quantum gravity, which constrains G — definitions chase each other in circles.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38528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06040" y="2011680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exists only on the level of unit-carrying constants. They are mutually defined because they are conversion factors of one underlying structure.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FBF3E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07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606040" y="2907792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relations need no units at all. Once physics is stated in ratios, the circle dissolves: there is one geometric input (ξ) and a web of derived ratios.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30752"/>
            <a:ext cx="8138160" cy="804672"/>
          </a:xfrm>
          <a:prstGeom prst="roundRect">
            <a:avLst>
              <a:gd name="adj" fmla="val 7955"/>
            </a:avLst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0390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06040" y="3803904"/>
            <a:ext cx="5852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and G change status: from fundamental constants to derived quantities — G = ξ²/(4mₑ) in natural units, then converted (Docs 012, 013, 127).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geometry to the SI system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  (geometric input)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39112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03704" y="155448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2276856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ξ²/(4mₑ)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39896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04488" y="155448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3977640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ℓ_P = √(ħG/c³)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40680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5272" y="155448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5678424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L₀ = ξ · ℓ_P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41464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06056" y="155448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7379208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k_B, further constants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278892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L₀ = ξ·ℓ_P ≈ 2.16 × 10⁻³⁹ m — the sub-Planck minimal length, the only exact ξ¹ relation against ℓ_P (P35).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either a ratio statement or an explicitly declared unit conversion — nothing is silently absorbed.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of light: a question dissolved — geometrically a torus ratio, conventionally a defined number; both readings coexist without conflict (Doc. 134).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077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mc² and E = m: the constant illusion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mc²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…once c = 1 is seen as a unit choice, not a law.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60020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c² in the famous formula is a conversion factor between two unit conventions for the same quantity.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content is the identity of energy and mass — the factor is bookkeeping.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dilation re-derived without paradox once intrinsic time T̃ (duality partner of m) is distinguished from coordinate time.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057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relocative number system: ratios as operations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as the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interval (a fifth, 3:2) is the same operation from any starting tone — intervals are relations, not positions.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Euler's Tonnetz (1739): tone geometry as a lattice of ratio operations — the historical template for ξ.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commas (small mismatches that accumulate around cycles) prefigure the fractal deviation ξ.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Transferred to physics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of the reference point: physics expressed in relations between states, not in absolute coordinates.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 as elementary relations; category-theoretic grounding for the ratio calculus.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structure that makes a melody transposable makes physics unit-independent.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181 / 188 / 189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torus: why this geometry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87552" y="2084832"/>
            <a:ext cx="1865376" cy="1865376"/>
          </a:xfrm>
          <a:prstGeom prst="ellipse">
            <a:avLst/>
          </a:prstGeom>
          <a:solidFill>
            <a:srgbClr val="2B3A7A">
              <a:alpha val="0"/>
            </a:srgbClr>
          </a:solidFill>
          <a:ln w="88900">
            <a:solidFill>
              <a:srgbClr val="2B3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286000"/>
            <a:ext cx="1463040" cy="1463040"/>
          </a:xfrm>
          <a:prstGeom prst="ellipse">
            <a:avLst/>
          </a:prstGeom>
          <a:solidFill>
            <a:srgbClr val="CADCFC">
              <a:alpha val="0"/>
            </a:srgbClr>
          </a:solidFill>
          <a:ln w="762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468880"/>
            <a:ext cx="1097280" cy="1097280"/>
          </a:xfrm>
          <a:prstGeom prst="ellipse">
            <a:avLst/>
          </a:prstGeom>
          <a:solidFill>
            <a:srgbClr val="2B3A7A">
              <a:alpha val="0"/>
            </a:srgbClr>
          </a:solidFill>
          <a:ln w="63500">
            <a:solidFill>
              <a:srgbClr val="2B3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2633472"/>
            <a:ext cx="768096" cy="768096"/>
          </a:xfrm>
          <a:prstGeom prst="ellipse">
            <a:avLst/>
          </a:prstGeom>
          <a:solidFill>
            <a:srgbClr val="E8A33D">
              <a:alpha val="0"/>
            </a:srgbClr>
          </a:solidFill>
          <a:ln w="508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L_μ = L₀ · (2/3)^μ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9080" y="14630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Periodicity removes divergences — the universal phase condition (Doc. 188) demands closed paths.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Torus, not sphere: π₁ ≠ 0 — only a non-trivial fundamental group carries stable winding modes (particles as windings).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recursion with q = 2/3: a geometric ladder connecting scales — the same q reappears in the lepton sector and in the ξ→φ recursion (Part V).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(P34): the count 3+1 is empirical input; periodicity, torus topology and minimal sufficiency are the forward content.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95728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dimensionless input ξ = 4/30000; its ratio structure is derived, its magnitude is declared input (P33).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T̃·m = 1 is a compactification relation — the shared root of QM and relativity in this framework.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splits into a ratio layer (exact, unit-free) and a declared SI conversion layer — constants are bookkeeping.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ħ, c, G, k_B and even α dissolve into conversions; what survives is geometry.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Euler's Tonnetz is the methodological ancestor: ratios as operations.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Part II: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Lagrangian &amp; Field Dynamics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Lagrangian &amp;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Dynamics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field and one coupling to the structure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Model needs 19+ parameters for.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049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starting point: complexity without understanding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727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parameters in the Standard Model — fitted, not explained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727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gauge sectors with separate coupling machinery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2606040" cy="137160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5727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63640" y="21488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'why these values?' — by construction out of scope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06324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and electroweak dualism: two unrelated mathematical machineries glued together by hand.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Higgs mechanism adds mass but not insight — mass values remain inputs.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FFGFT's claim: the same phenomenology can be organised around a single scalar deviation field on T⁴.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049 / 052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radical compression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411480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 = ε · (∂ δm)²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field: the mass deviation δm(x).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coupling: ε, fixed by ξ.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geometry of T⁴.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9204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not separate fields — they are winding/node patterns of one deviation field on the torus.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Antiparticles: no mirror copies needed — opposite winding orientation of the same pattern.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Higgs is not an add-on: its role is absorbed into the self-interaction structure of δm (Doc. 049, 097).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 particles, only field knots' — the ontological reading the simple Lagrangian suggests.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extended Lagrangian: full contact with QFT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1554480"/>
          </a:xfrm>
          <a:prstGeom prst="roundRect">
            <a:avLst>
              <a:gd name="adj" fmla="val 4118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ℒ_kin = ½ (∂_μ Δm)(∂^μ Δm)      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ℒ_mass = −½ m_T² Δm²      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ℒ_int = g_T  ψ̄ ψ Δm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Kinetic term, mass term and Yukawa-type coupling of the time/mass deviation field Δm to fermions — alongside the standard ℒ_SM terms.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rules derived for the Δm sector — quantum corrections computable, not just postulated.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mass scaling emerges from the coupling structure; the fundamental T0 formula follows analytically.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evaluation closes the loop back to the ratio layer of Part I — the Lagrangian and the geometry tell one story.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095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formulations are necessary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T⁴, speaks in windings, phases, ratios.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Ontologically primary: this is what the theory claims the world is like.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derivations, exactness, parameter-freedom.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Field-theoretic form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flat spacetime, speaks the language of QFT.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Pragmatically indispensable: connects to detectors, scattering, the SM literature.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to the two wave-equation pictures — same physics, different reach.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6634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models vs. ontological reality: keeping both forms is not redundancy — it is the declared bridge between what is and what is measured.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052–054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Elimination of mass: Dirac without mass parameters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65376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Dirac equation is reformulated so that the mass parameter is replaced by ratio expressions in ξ — mass becomes derived, not fundamental.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5054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9504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054 runs the complete numerical verification table: every replaced parameter is checked against its SI value through the declared conversion layer.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5295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91363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of Doc. 053 is pure ratio physics (parameter-free); Part II adds the single SI reference. The split is the two-layer structure of Part I in action.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097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Higgs sector, re-read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ξ = λ²ₕ v² / (16π³ m²ₕ)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1.33 × 10⁻⁴  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consistency check from the electroweak sector — not the source of ξ.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on record: an earlier 64π⁴ prefactor was wrong; corrected to 16π³ (Doc. 190).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Higgs potential and mass computation re-derived inside the T0 frame — the mechanism survives, its parameter count does not.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Higgs field is structurally integrated into the deviation-field self-interaction rather than bolted on.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agreement between the geometric ξ and the electroweak expression is the strongest cross-sector check in the corpus.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180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five-step chain to the minimal length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55448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6276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19202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Lagrangian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39112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03704" y="1554480"/>
            <a:ext cx="1554480" cy="96012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2276856" y="16276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76856" y="19202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39896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04488" y="1554480"/>
            <a:ext cx="1554480" cy="96012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3977640" y="16276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77640" y="19202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of ξ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40680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05272" y="1554480"/>
            <a:ext cx="1554480" cy="96012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5678424" y="16276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78424" y="19202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ξ²/(4mₑ)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41464" y="17830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06056" y="1554480"/>
            <a:ext cx="1554480" cy="960120"/>
          </a:xfrm>
          <a:prstGeom prst="roundRect">
            <a:avLst>
              <a:gd name="adj" fmla="val 6667"/>
            </a:avLst>
          </a:prstGeom>
          <a:solidFill>
            <a:srgbClr val="FBF3E4"/>
          </a:solidFill>
          <a:ln/>
        </p:spPr>
      </p:sp>
      <p:sp>
        <p:nvSpPr>
          <p:cNvPr id="23" name="Text 21"/>
          <p:cNvSpPr/>
          <p:nvPr/>
        </p:nvSpPr>
        <p:spPr>
          <a:xfrm>
            <a:off x="7379208" y="16276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79208" y="192024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L₀ = ξ · ℓ_P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283464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Lagrangian's self-consistency condition admits exactly one dimensionless solution — ξ is unique, not chosen.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follows as a derived quantity; the Planck length follows from G; L₀ = ξ·ℓ_P ≈ 2.16 × 10⁻³⁹ m is the sub-Planck minimum.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L₀ is a structural floor of the geometry — not a Schwarzschild radius and not an observable distance (clarified in Doc. 180/188).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ends with an explicit SI connection — the declared conversion layer, never hidden.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067 / 129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complexity to simplicity — deliberately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Doc. 129 — the simple route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dynamics restated at textbook level: one field, one potential, one coupling.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making the compression auditable — if it cannot be said simply, it has not been understood.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Doc. 067 — the mathematical spine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time–mass Lagrange foundations: the duality T̃·m = 1 implemented at the level of the action.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field picture back to the geometric picture — the bridge both directions are checked over.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95728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deviation field with ℒ = ε·(∂δm)² carries what the SM distributes over 19+ parameters.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extended form (kinetic + mass + Yukawa terms) delivers Feynman rules and quantum corrections.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formulations — geometric and field-theoretic — are both necessary and explicitly bridged.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is eliminated as a fundamental parameter (Dirac sector, Docs 052–054).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chain Lagrangian → ξ → G → ℓ_P → L₀ fixes the minimal length without free choices.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Part III: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&amp; Constants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Particles &amp; Constants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Ratio-based computation of the quantities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Model takes as inputs.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006 / 046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Lepton masses from geometric invariants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371600" cy="155448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r_e = 4/3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p_e = 3/2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984248" y="1417320"/>
            <a:ext cx="1371600" cy="155448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1984248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84248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r_μ = 16/5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84248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p_μ = 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65576" y="1417320"/>
            <a:ext cx="1371600" cy="1554480"/>
          </a:xfrm>
          <a:prstGeom prst="roundRect">
            <a:avLst>
              <a:gd name="adj" fmla="val 4667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3465576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65576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r_τ = 25/9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65576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p_τ = 2/3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1272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mᵢ ∝ rᵢ · ξ^{pᵢ}   —   masses as ξ-powers with rational geometric invariants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 = harmonic overtones of one resonator, connected by the geometric ladder q = 2/3 — not independent degrees of freedom (Doc. 172).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on record: r_τ corrected from 8/3 to 25/9 (Doc. 190).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57800" y="1417320"/>
            <a:ext cx="3383280" cy="32004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Q_FFGFT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20574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0.6677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5486400" y="2971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Koide-type scalar — computed, not fitted.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from 2/3: only 1.08 × 10⁻³ — the imprint of the geometric ξ-correction (Docs 116, 258, 259).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011 / 043 / 044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fine-structure constant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≈ 1/137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ξ structure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verification, not a starting point.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century-old riddle (Doc. 137) read as torus harmonics.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ħ and c enter only as SI conversions; the dimensionless core of α is geometric.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043 resolves the constants question systematically: which constants are structural, which conventional.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change: α moves from 'fundamental mystery' to 'derived ratio' — same shift as G in Part I.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012 / 127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Gravity's constant as a derived quantity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8138160" cy="1234440"/>
          </a:xfrm>
          <a:prstGeom prst="roundRect">
            <a:avLst>
              <a:gd name="adj" fmla="val 5185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ξ² / (4 mₑ)</a:t>
            </a:r>
            <a:pPr indent="0" marL="0">
              <a:buNone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(natural units)        →        SI conversion via the declared bridge (Doc. 127)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 is not a separate force with its own constant — G measures the same geometry that fixes the electron mass scale.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notorious experimental scatter of G measurements is discussed as a conversion-layer issue, not a geometry issue.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with α: the two 'fundamental constants' of classical physics both reduce to ξ plus unit bookkeeping.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calculation programme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270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parameters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ξ, the characteristic T0 units r₀ = E₀ = m₀, and the two structural factors 3.52×10⁻² and 2.84×10⁻⁵ — each with its origin derived step by step.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270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Yukawa method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T0 version of Yukawa couplings: detailed mass computations for the particle spectrum from the ratio layer.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99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constants list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34472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table of physical constants computed through the declared SI bridge — every value auditable.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099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g−2 (one line)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34472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Magnetic-moment anomalies are covered (Docs 016/018) — kept deliberately subordinate here; the geometric vs. semi-empirical comparison lives in the corpus.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059 / 168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the spectrum, ordering the elements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Doc. 059 — the full count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particle bookkeeping: which winding/node classes exist on T⁴ and how they map to the observed spectrum.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room for arbitrary extras: the topology fixes the inventory.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Doc. 168 — the periodic system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ξ-power ladder extended to atomic structure: periodicity in the elements as another face of the same scale recursion.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167 takes it into materials: LiNbO₃ properties located on the ξ-power ladder.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160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Lepton lifetimes as ratios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ratios of the charged leptons expressed through the same geometric invariants rᵢ and exponents pᵢ that fix the masses — one structure, two observable families.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ratio statements: parameter-free predictions that need no SI bridge at all.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cleanest test class the framework offers — ratios of measured lifetimes against ratios of computed invariants.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8138160" cy="1188720"/>
          </a:xfrm>
          <a:prstGeom prst="roundRect">
            <a:avLst>
              <a:gd name="adj" fmla="val 5385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wherever the SM needs one fitted number per particle, FFGFT offers one rational invariant per particle — and the invariants are linked by q = 2/3.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007 / 047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Neutrinos — where the framework says 'not yet'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1005840"/>
          </a:xfrm>
          <a:prstGeom prst="roundRect">
            <a:avLst>
              <a:gd name="adj" fmla="val 6364"/>
            </a:avLst>
          </a:prstGeom>
          <a:solidFill>
            <a:srgbClr val="FBF3E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neutrino documents open with a 'scientific honesty' preamble: the neutrino sector is the least settled part of the particle programme, and the corpus says so explicitly.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neutrino mass formula exists (Doc. 047) — presented with its assumptions and open ends marked, not as a settled derivation.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Mass-squared differences have been cross-checked against oscillation data in exploratory fits (Doc. 035 extensions).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classification follows the three-layer methodology of Part I: this sector sits in layer 3 (plausibility), not layer 1 (proof).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95728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Lepton masses: rational invariants × ξ-powers, generations linked by q = 2/3.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Q_FFGFT = 0.6677 computed, not fitted — the Koide riddle resolved geometrically.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and G both reduce to ξ plus declared unit conversion.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016 delivers the full auditable constants table; g−2 deliberately kept subordinate.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Neutrinos: openly classified as the least settled sector — honesty as method.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Part IV: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Sector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Quantum Sector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QFT, Bell, Hilbert space, renormalisation,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— the largest block of the corpus.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DOCUMENTS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of the quantum programme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0320" y="1417320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020 QFT/QM · 141 renormalisation · 163 UV catastrophe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9397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Nonlocality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60320" y="2093976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023/023a Bell · 074 no-go theorems · 131 apparent instantaneity · 230 topology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706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60320" y="2770632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Hilbert translation · 231 four extensions · 232 Quantum Graphity as subset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401568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472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60320" y="3447288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034 T0-compiled QC · 073/147 testing · 161/162 Ising machines · 173–176 qubits/Shor · 183 Willow · 184 p-bit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078224"/>
            <a:ext cx="8138160" cy="585216"/>
          </a:xfrm>
          <a:prstGeom prst="roundRect">
            <a:avLst>
              <a:gd name="adj" fmla="val 10938"/>
            </a:avLst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2394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560320" y="4123944"/>
            <a:ext cx="5897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't Hooft cellular automata · 038 Markov determinism · 035 core principles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quantisation with a natural cutoff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field quantisation: the deviation field Δm is quantised on the compact T⁴ — mode sums are finite by construction.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Renormalisation re-read: the arbitrary UV cutoff of standard QFT becomes a natural scale of the geometry — L₀ ends the integration, no counterterm gymnastics.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QM equations re-derived: Schrödinger dynamics emerges in the low-energy limit of the torus field theory.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test programme sketched: where T0-QM and standard QM could differ at accessible precision.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416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compactness of T⁴ is doing the work that regularisation schemes simulate — finiteness is geometric, not procedural.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141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Renormalisation as dimension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d_s ≈ 2  →  d_s ≈ 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                      IR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dimension flows from ~2 at small scales to ~4 at large scales — gravity becomes renormalisable in the UV.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is not an added postulate: it follows necessarily from the time–mass duality and the fractal structure D_f = 3 − ξ.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chapter: asymptotic safety, causal dynamical triangulations, Hořava gravity — all exhibit a similar flow; FFGFT derives it.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singularities: where dimension flows, classical divergences soften.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023 / 074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Bell, Kochen–Specker, and the honest route through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accepted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Bell's theorem is mathematically airtight — no hidden flaw is claimed.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Loophole-free Bell tests are real; their statistics are reproduced exactly.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Kochen–Specker rules out non-contextual value assignments — accepted.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FFGFT exits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measurement-independence assumption: on a compact T⁴, apparatus settings and source share topological structure — the statistical-independence premise need not hold.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declared, structural exit — not a conspiracy: the correlations are carried by geometry (Doc. 230), predictions stay identical.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023 adds ML-simulated Bell statistics under the T0 modification.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131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entanglement looks instantaneous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2377440" cy="2377440"/>
          </a:xfrm>
          <a:prstGeom prst="ellipse">
            <a:avLst/>
          </a:prstGeom>
          <a:solidFill>
            <a:srgbClr val="CADCFC">
              <a:alpha val="0"/>
            </a:srgbClr>
          </a:solidFill>
          <a:ln w="1270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84378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3127248" y="284378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27248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279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closed structure — no signal path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69080" y="15087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global relations: what looks like instant action is a pre-existing global constraint of the compact geometry being read out locally.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propagates at measurement — the correlation was woven into the winding structure when the pair was created.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Relativistic locality is preserved at the level of dynamics; only the description that ignores topology generates the paradox.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the founding motivation of the whole framework (Part I): instantaneity as a description artifact.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230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Hilbert-space dictionary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translatable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States, operators, all quantum gates — (z, r, θ) torus coordinates ↔ (α, β) amplitudes.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products, entanglement, Bell and GHZ states.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Measurement: statistical predictions identical to the Born rule.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evolution: Schrödinger in the low-energy limit.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FFGFT-specific surplus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ξ, the fermion masses, α, K_frak: Hilbert space has the tools but no values — FFGFT delivers tools AND values.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geometry explains why the formalism works, not only that it works.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III in the projection chain (Doc. 270): the translation is bijective — nothing is lost either way.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231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extensions beyond plain Hilbert space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07592" y="1545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Deformed SU(2)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07592" y="189280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 algebra acquires an ξ-deformation — standard SU(2) is the ξ→0 limit.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5819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68112" y="154533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quantum number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68112" y="189280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Winding adds a periodic quantum number with no Hilbert-space counterpart.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07592" y="3118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structure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07592" y="346557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bundles over T⁴ replace bare tensor products — entanglement as bundle topology.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68112" y="311810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winding k_t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68112" y="346557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circle contributes its own winding index — invisible in standard QM.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645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point: known mathematics in a new combination — each piece is textbook, the assembly is the theory.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034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Hilbert space to physical space: the T0-compiled QC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8138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qubit states are torus coordinates, gate sequences become geometric paths — and paths can be optimised before execution.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optimisations fall out of the formalism: gate fusion, phase bookkeeping, and routing become geometry problems with known solutions.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'T0-compiled quantum computer': a compilation target where the deterministic substrate handles what error correction otherwise fights.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073 / 147 turn this into testable proposals on current hardware — including deterministic factorisation studies (Docs 075/076, 176).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8138160" cy="658368"/>
          </a:xfrm>
          <a:prstGeom prst="roundRect">
            <a:avLst>
              <a:gd name="adj" fmla="val 9722"/>
            </a:avLst>
          </a:prstGeom>
          <a:solidFill>
            <a:srgbClr val="FBF3E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782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discipline: these are engineering consequences of the formalism, presented as proposals — not as demonstrated speedups.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161–184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Dialogues with real hardware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270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Ising machines (161/162)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Ising machines as native T0 optimisers — the comparison of QM-optimisation vs. CIM strategies.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270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anatomy (173–175)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dots, spin-qubit control, and what lies between |0⟩ and |1⟩ — read through torus state spaces.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99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with photons (176)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4472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without a qubit register — the photonic T0 route.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90088"/>
            <a:ext cx="3977640" cy="1444752"/>
          </a:xfrm>
          <a:prstGeom prst="roundRect">
            <a:avLst>
              <a:gd name="adj" fmla="val 4430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099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Willow &amp; p-bits (183/184)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4472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Willow chip read as self-measurement physics; the p-bit as the operating point between bit and qubit.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164 / 232 / 038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Interpretive neighbours, precisely located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 Hooft's cellular automata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46120" y="1508760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spirit (deterministic substrate beneath QM), different substrate: CA lattice vs. continuous fractal torus. The dialogue is documented, the differences are kept sharp.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8775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Graphity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46120" y="2587752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be a subset: the graph dynamics of Quantum Graphity embeds in FFGFT's mode structure — a containment claim, argued in Doc. 232.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75304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6674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determinism (038)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46120" y="3666744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illusion of determinism in discrete worlds — where coarse-graining manufactures apparent randomness; the statistical bridge between substrate and Born rule.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95728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 gives QFT a natural cutoff; renormalisation becomes derived dimension flow (d_s: 2 → 4).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and Kochen–Specker accepted in full — the exit is the measurement-independence premise, carried by topology.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dictionary is complete and bijective; FFGFT adds the values the formalism leaves open.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formal extensions (deformed SU(2), cyclic numbers, bundles, k_t) mark genuinely new structure.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a compilation perspective with hardware dialogues from Ising machines to Willow.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Part V: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Bridges, Methodology &amp; Validation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Bridges, Methodology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Validation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framework keeps itself honest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the numerical stress tests show.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— falsification before interpretation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819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472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derivations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83794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from ξ: lepton structure, Koide scalar, α-relation, the scale ladder q = 2/3. Fully recomputable.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60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551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2916936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Algebraically proven inter-sector links — matrix reduction (206), projection chain (270), R-operator (203), fractal boundary condition (204).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39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3995928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sketches, flagged as such. Negative and underdetermined outcomes are admissible results, not failures.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572000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FBF3E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2686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Ontological hierarchy:  ontological truth  &gt;  best approximation (4D torus, generative)  &gt;  computational form (matrix algebra)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Triangle-matrix reduction: exact algebra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840480" cy="3017520"/>
          </a:xfrm>
          <a:prstGeom prst="roundRect">
            <a:avLst>
              <a:gd name="adj" fmla="val 21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A_ξ³ = (1 − ξ) · I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det(A_ξ) = 1 − ξ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 = 3 − ξ as linear spectral dimension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proven — layer 2 of the methodology.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external bridges tested (Austin, Tekermen, Phillips, Porter, Chekanov–Hakan, Moseley).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 on record: ν_M = 8.23 THz is a thermal vacuum scale (~395 K), not a quantum-gravity scale — regime separation, not contradiction.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numerology filter rejected the framework's own tempting Ω_Λ fit as statistical noise.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270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 change: three operation types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459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Duality unrolling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↔ time via T̃·m = 1. Information-preserving in mode content — time as the price of embedding.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6459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6459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projection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a space direction. Strictly lossy — information demonstrably destroyed.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1463040"/>
            <a:ext cx="2606040" cy="2743200"/>
          </a:xfrm>
          <a:prstGeom prst="roundRect">
            <a:avLst>
              <a:gd name="adj" fmla="val 2456"/>
            </a:avLst>
          </a:prstGeom>
          <a:solidFill>
            <a:srgbClr val="E8F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6459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B3A7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6459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Hilbert representation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6060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T⁴ ↔ Hilbert space, bijective. Lossless translation between geometry and quantum formalism.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434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the operations ends a family of pseudo-paradoxes: what is 'lost' in dimensional reduction depends entirely on which type is invoked.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192 / 193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Algebraic composition limits: terms vs. results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138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symbolic terms compose freely, but physical results do not — naive term manipulation manufactures pseudo-derivations.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192 marks the precise boundary: which algebraic compositions of ξ-expressions remain physically meaningful.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193 identifies the prefactors as geometric invariants — they cannot be absorbed or shuffled without changing the claim ('non-closure').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pair is the formal backbone of the ξᴺ-triviality guard (P35): an exponent alone is not a prediction.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8138160" cy="685800"/>
          </a:xfrm>
          <a:prstGeom prst="roundRect">
            <a:avLst>
              <a:gd name="adj" fmla="val 9333"/>
            </a:avLst>
          </a:prstGeom>
          <a:solidFill>
            <a:srgbClr val="FBF3E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416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Self-protection by design: the corpus formalises the abuse patterns its own results could invite — before critics need to.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190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correction register: K1–K3, P1–P37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77640" cy="1243584"/>
          </a:xfrm>
          <a:prstGeom prst="roundRect">
            <a:avLst>
              <a:gd name="adj" fmla="val 5147"/>
            </a:avLst>
          </a:prstGeom>
          <a:solidFill>
            <a:srgbClr val="E8F0FE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5636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636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73352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R_H calibration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41/4 exponent is declared external ΛCDM calibration — a unit choice, not a derivation.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1243584"/>
          </a:xfrm>
          <a:prstGeom prst="roundRect">
            <a:avLst>
              <a:gd name="adj" fmla="val 5147"/>
            </a:avLst>
          </a:prstGeom>
          <a:solidFill>
            <a:srgbClr val="E8F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5636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5636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33872" y="15453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 magnitude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forward, magnitude input: the 5⁴ scale is harmonically motivated, not derived.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3977640" cy="1243584"/>
          </a:xfrm>
          <a:prstGeom prst="roundRect">
            <a:avLst>
              <a:gd name="adj" fmla="val 5147"/>
            </a:avLst>
          </a:prstGeom>
          <a:solidFill>
            <a:srgbClr val="E8F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9352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352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73352" y="29169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count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329184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3+1 is empirical input; periodicity, torus, minimal sufficiency are the forward content.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788920"/>
            <a:ext cx="3977640" cy="1243584"/>
          </a:xfrm>
          <a:prstGeom prst="roundRect">
            <a:avLst>
              <a:gd name="adj" fmla="val 5147"/>
            </a:avLst>
          </a:prstGeom>
          <a:solidFill>
            <a:srgbClr val="E8F0FE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29352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9352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P35–P37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33872" y="29169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Triviality &amp; φ-roles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46320" y="329184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ξᴺ alone is contentless; the three scalars ξ, 1/φ, Q_FFGFT operate on separate levels.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3159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silently overwritten: every correction carries a date, a status, and the documents it touches. Declared-but-not-yet-propagated gaps are themselves recorded.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275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ξ to φ: the golden ratio as a fixed point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846320" cy="3246120"/>
          </a:xfrm>
          <a:prstGeom prst="roundRect">
            <a:avLst>
              <a:gd name="adj" fmla="val 1972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361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damping recursion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836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r(k+1) = r(k) · (1 − ξ),    r(0) = D_f / 3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 = log(φ) / ξ ≈ 3609</a:t>
            </a:r>
            <a:endParaRPr lang="en-US" sz="2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r(3609) = 0.6179940…  ≈  1/φ = 0.6180340…</a:t>
            </a:r>
            <a:endParaRPr lang="en-US" sz="2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4.0 × 10⁻⁵ (relative 6.5 × 10⁻⁵) — no free parameter, no fit.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levels carry q = 2/3: (2/3)³⁶⁰⁹ converges — not an RG cascade, not an astronomical limit.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2356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scalars — three levels (P37)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23560" y="182880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E8F0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9008" y="210312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1901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 = 1.33×10⁻⁴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99632" y="21945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microscopic — input, fractal dimension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2761488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E8F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5779008" y="303580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2834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1/φ = 0.6180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99632" y="31272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macroscopic — fixed point of the recursion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3694176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E8F0F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79008" y="3968496"/>
            <a:ext cx="274320" cy="274320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22" name="Text 20"/>
          <p:cNvSpPr/>
          <p:nvPr/>
        </p:nvSpPr>
        <p:spPr>
          <a:xfrm>
            <a:off x="6199632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0.6677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99632" y="40599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scale — Koide scalar of the leptons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 stress test against null models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identical kNN pipeline for all models · N = 2000 · 3 seeds · metric: gap coefficient of variation (low sector) — analogous to Krüger Run E (HLV)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002536"/>
            <a:ext cx="1207008" cy="179222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0992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FFGFT T⁴ graph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93976" y="2674620"/>
            <a:ext cx="1207008" cy="1120140"/>
          </a:xfrm>
          <a:prstGeom prst="rect">
            <a:avLst/>
          </a:prstGeom>
          <a:solidFill>
            <a:srgbClr val="2B3A7A"/>
          </a:solidFill>
          <a:ln/>
        </p:spPr>
      </p:sp>
      <p:sp>
        <p:nvSpPr>
          <p:cNvPr id="12" name="Text 10"/>
          <p:cNvSpPr/>
          <p:nvPr/>
        </p:nvSpPr>
        <p:spPr>
          <a:xfrm>
            <a:off x="2093976" y="238201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39112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39112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edge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10712" y="2989326"/>
            <a:ext cx="1207008" cy="80543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410712" y="269671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HLV G-Lattice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55848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27448" y="2989326"/>
            <a:ext cx="1207008" cy="805434"/>
          </a:xfrm>
          <a:prstGeom prst="rect">
            <a:avLst/>
          </a:prstGeom>
          <a:solidFill>
            <a:srgbClr val="2B3A7A"/>
          </a:solidFill>
          <a:ln/>
        </p:spPr>
      </p:sp>
      <p:sp>
        <p:nvSpPr>
          <p:cNvPr id="20" name="Text 18"/>
          <p:cNvSpPr/>
          <p:nvPr/>
        </p:nvSpPr>
        <p:spPr>
          <a:xfrm>
            <a:off x="4727448" y="269671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72584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Jittered cubic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72584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44184" y="3137611"/>
            <a:ext cx="1207008" cy="657149"/>
          </a:xfrm>
          <a:prstGeom prst="rect">
            <a:avLst/>
          </a:prstGeom>
          <a:solidFill>
            <a:srgbClr val="2B3A7A"/>
          </a:solidFill>
          <a:ln/>
        </p:spPr>
      </p:sp>
      <p:sp>
        <p:nvSpPr>
          <p:cNvPr id="24" name="Text 22"/>
          <p:cNvSpPr/>
          <p:nvPr/>
        </p:nvSpPr>
        <p:spPr>
          <a:xfrm>
            <a:off x="6044184" y="2845003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60920" y="3468319"/>
            <a:ext cx="1207008" cy="326441"/>
          </a:xfrm>
          <a:prstGeom prst="rect">
            <a:avLst/>
          </a:prstGeom>
          <a:solidFill>
            <a:srgbClr val="2B3A7A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3175711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06056" y="38587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torus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06056" y="42976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edge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" y="2674620"/>
            <a:ext cx="7680960" cy="0"/>
          </a:xfrm>
          <a:prstGeom prst="line">
            <a:avLst/>
          </a:prstGeom>
          <a:noFill/>
          <a:ln w="15875">
            <a:solidFill>
              <a:srgbClr val="E8A33D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583680" y="24003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null-band upper edge 1.05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6177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FFGFT T⁴ separates (1.68 ± 0.09); HLV ≈ jittered (Δ &lt; 0.001) — an independent reproduction of Krüger's conservative Run-E finding. Script public, reproducible.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248 / 249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Falsifiability as a working criterion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refute FFGFT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lepton mass ratio drifting outside the rational-invariant structure.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confirmed violation of the q = 2/3 ladder across sectors.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statistics deviating from the topologically carried correlations.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Epistemic stance (248)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4D description is fractal, open and recursive — completeness is not claimed, auditability is.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cannot be visualised is not thereby unintelligible' (Doc. 262) — structure and consequence outrank imagination.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is richer than current measurement — the 1970s acoustics lesson, formalised.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395728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methodological layers with falsification before interpretation; honest negatives are published results.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bridges: A_ξ³ = (1−ξ)·I, the three projection types, composition limits as triviality guards.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P1–P37 records every correction with date and status — including its own enactment gaps.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1/φ emerges as the fixed point of the ξ-recursion (k* ≈ 3609, error 4×10⁻⁵, parameter-free).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numerical stress test: T⁴ separates from matched nulls; the comparison pipeline is public.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Part VI:  </a:t>
            </a:r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Dialogue, Applications &amp; Outlook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291840" cy="329184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2194560" cy="219456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874520"/>
            <a:ext cx="1188720" cy="118872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34072" y="2404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77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FFGFT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Field-Geometric Fundamental Theory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560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Dialogue, Applications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Outlook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Cross-framework comparisons, engineering routes,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deliberately subordinate sectors.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519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 Pascher · ORCID 0009-0000-6518-4064 · June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10.5281/zenodo.20474821 · github.com/jpascher/T0-Time-Mass-Duality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244–275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documented comparison series, not a sales tour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356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HLV G-Lattice (Krüger)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14356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diagnostic channel (gap hierarchy); independent reproduction of the conservative Run-E result; φ-as-limit posed as an open bridge question (271/275).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7685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Theory (Vossen)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27685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vocabulary (PRC/PRM/Residual/Revision) applied in Doc. 274; declaration-vs-enactment boundary clarified; A* cooperative space confirmed.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54096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1810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RA/PMT (Guevara)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31181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structural comparison (245/246/269); the Accord object as a bridge candidate in the IPI discourse.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95344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5935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UMF · UC · Vopson · RSG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9593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Hilbert-space comparison with UMF (244); UC framework (260); Vopson's information physics (251); RSG diagnostics (246) — each mapped, none absorbed.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7091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Posture: offering derivations, not seeking validation — confident in substance, courteous in exchange.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274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map, not a ranking: substrate and primitive axes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138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274 charts the Information Physics Institute landscape along two axes: what each framework takes as substrate, and what it takes as primitive.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FFGFT's coordinates: continuous fractal torus as substrate; the dimensionless ratio ξ as primitive — distinct from lattices, graphs, and information primitives.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is governance-aware: it uses the Dot-Theory operational vocabulary admissibly, with residuals declared rather than absorbed.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make convergence and divergence checkable instead of rhetorical — who shares which assumption, where translations exist, where they fail.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023360"/>
            <a:ext cx="8138160" cy="64008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the mapping: FFGFT occupies a corner no other IPI framework occupies — geometric substrate with a single dimensionless primitive.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083–085 / 187 / 167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route: photonics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Photonic chips (083–085)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1508760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Chinese photonic quantum chip as catalyst; wafer integration argued from a communications-engineering standpoint — the author's home discipline.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8775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FFGFT photonics (187)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37560" y="2587752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photon sector turned toward devices: where torus mode structure suggests concrete integrated-optics experiments.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75304"/>
            <a:ext cx="8138160" cy="969264"/>
          </a:xfrm>
          <a:prstGeom prst="roundRect">
            <a:avLst>
              <a:gd name="adj" fmla="val 6604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6674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on the ladder (167)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37560" y="3666744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LiNbO₃ — the workhorse of integrated optics — located on the ξ-power ladder: material constants as scale-ladder entries.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6817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workbench in one biography: HTL electronics, FidoNet-era networking, accordion acoustics — the dual practice behind the dual methodology.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042 / 060 / 137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harmonic thread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154680"/>
          </a:xfrm>
          <a:prstGeom prst="roundRect">
            <a:avLst>
              <a:gd name="adj" fmla="val 2029"/>
            </a:avLst>
          </a:prstGeom>
          <a:solidFill>
            <a:srgbClr val="FBF3E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comma to 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Pythagorean comma — the small mismatch when twelve fifths miss seven octaves — is the musical twin of the fractal deviation ξ (Doc. 060).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042: the particle spectrum read as harmonic structure — overtone logic, not metaphor.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029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 — the riddle as music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137 stages the fine-structure number as a spiral of intervals — the centuries-old riddle re-heard as torus harmonics.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Tonnetz lineage (Part I) closes its circle here: the model that motivated ξ also illustrates its consequences.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SUBORDINATE BY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Cosmology: status honestly graded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carries forward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CMB peak series ℓ_n = A·n/(1 + B/n) with B = 1/3 derived purely from D = 4 — geometric anharmonicity as forward content (P31).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z* ≈ 875 confirmed as the FFGFT-consistent value.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circularity of BOTH comparisons (ΛCDM and FFGFT) made explicit and symmetric (267/268).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3200400"/>
          </a:xfrm>
          <a:prstGeom prst="roundRect">
            <a:avLst>
              <a:gd name="adj" fmla="val 2000"/>
            </a:avLst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stays input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75104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positions {3, 18, 42, 78}: recognised and declared as retrodiction (P29–P31).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via ξ^(41/4): the exponent is declared calibration, not derivation (P20/P32).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R_H = c/H₀ is the Hubble length — not the size of the universe, not the horizon (P36).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sectors (g−2, gravitation details) documented in the corpus — not foregrounded in this series.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FENCED ANNEX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Speculative extensions, clearly fenced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8138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Consciousness and biology documents exist (100, 154 cortex, 155 DNA, 170, 207) — explicitly layer-3 material: plausibility explorations, never load-bearing.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holes and information (250, 254): a geometric theorem forces resonant information concentration under shrinking area — with three open proof gaps named in the text.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Time's arrow (157), the universe question (156): conceptual essays that consume the framework, not premises that support it.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fence matters: nothing in Parts I–V depends on anything in this annex.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4023360"/>
            <a:ext cx="8138160" cy="6400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earns the right to speculate by labelling its speculation — the label is part of the method.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566928" cy="566928"/>
          </a:xfrm>
          <a:prstGeom prst="ellipse">
            <a:avLst/>
          </a:prstGeom>
          <a:solidFill>
            <a:srgbClr val="CADCFC">
              <a:alpha val="0"/>
            </a:srgbClr>
          </a:solidFill>
          <a:ln w="635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30768" y="320040"/>
            <a:ext cx="256032" cy="256032"/>
          </a:xfrm>
          <a:prstGeom prst="ellipse">
            <a:avLst/>
          </a:prstGeom>
          <a:solidFill>
            <a:srgbClr val="E8A33D">
              <a:alpha val="0"/>
            </a:srgbClr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3891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 is open, versioned, and reproducible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910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documents, German + English, A4 (v1.1.2)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910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P1–P37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gapless correction register with dated statuses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59105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21945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numerical claims backed by public scripts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Zenodo: 10.5281/zenodo.20474821 (current v1.1.2) — versioned releases with changelogs.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jpascher/T0-Time-Mass-Duality — sources, build pipeline, comparison scripts.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editions via Amazon KDP: five volumes, three formats, German and English.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2468880"/>
            <a:ext cx="3108960" cy="3108960"/>
          </a:xfrm>
          <a:prstGeom prst="ellipse">
            <a:avLst/>
          </a:prstGeom>
          <a:solidFill>
            <a:srgbClr val="2B3A7A">
              <a:alpha val="0"/>
            </a:srgbClr>
          </a:solidFill>
          <a:ln w="177800">
            <a:solidFill>
              <a:srgbClr val="2B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20040" y="2971800"/>
            <a:ext cx="2103120" cy="2103120"/>
          </a:xfrm>
          <a:prstGeom prst="ellipse">
            <a:avLst/>
          </a:prstGeom>
          <a:solidFill>
            <a:srgbClr val="CADCFC">
              <a:alpha val="0"/>
            </a:srgbClr>
          </a:solidFill>
          <a:ln w="1016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3474720"/>
            <a:ext cx="1097280" cy="1097280"/>
          </a:xfrm>
          <a:prstGeom prst="ellipse">
            <a:avLst/>
          </a:prstGeom>
          <a:solidFill>
            <a:srgbClr val="E8A33D">
              <a:alpha val="0"/>
            </a:srgbClr>
          </a:solidFill>
          <a:ln w="762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7315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parameter. One geometry.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consequences.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2377440" y="2103120"/>
            <a:ext cx="384048" cy="384048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80360" y="2121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units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84048" cy="384048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121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2103120"/>
            <a:ext cx="384048" cy="384048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121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77440" y="2971800"/>
            <a:ext cx="384048" cy="384048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29900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sector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2971800"/>
            <a:ext cx="384048" cy="384048"/>
          </a:xfrm>
          <a:prstGeom prst="ellipse">
            <a:avLst/>
          </a:prstGeom>
          <a:solidFill>
            <a:srgbClr val="2B3A7A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9900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29718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29900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95728" y="3977640"/>
            <a:ext cx="5760720" cy="0"/>
          </a:xfrm>
          <a:prstGeom prst="line">
            <a:avLst/>
          </a:prstGeom>
          <a:noFill/>
          <a:ln w="19050">
            <a:solidFill>
              <a:srgbClr val="2B3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4133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10.5281/zenodo.20474821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GitHub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jpascher/T0-Time-Mass-Duality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449884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timemassduality@gmail.com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FFGFT Part I — Foundation</dc:title>
  <dc:subject>PptxGenJS Presentation</dc:subject>
  <dc:creator>Johann Pascher</dc:creator>
  <cp:lastModifiedBy>Johann Pascher</cp:lastModifiedBy>
  <cp:revision>1</cp:revision>
  <dcterms:created xsi:type="dcterms:W3CDTF">2026-06-10T15:47:16Z</dcterms:created>
  <dcterms:modified xsi:type="dcterms:W3CDTF">2026-06-10T15:47:16Z</dcterms:modified>
</cp:coreProperties>
</file>