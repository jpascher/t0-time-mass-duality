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Lagrangian &amp;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Dynamics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field and one coupling to the structure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Model needs 19+ parameters for.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049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starting point: complexity without understanding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727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parameters in the Standard Model — fitted, not explained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727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gauge sectors with separate coupling machinery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5727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6364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'why these values?' — by construction out of scope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06324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and electroweak dualism: two unrelated mathematical machineries glued together by hand.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Higgs mechanism adds mass but not insight — mass values remain inputs.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FFGFT's claim: the same phenomenology can be organised around a single scalar deviation field on T⁴.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049 / 052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radical compression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411480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 = ε · (∂ δm)²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field: the mass deviation δm(x).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coupling: ε, fixed by ξ.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geometry of T⁴.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9204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not separate fields — they are winding/node patterns of one deviation field on the torus.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Antiparticles: no mirror copies needed — opposite winding orientation of the same pattern.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Higgs is not an add-on: its role is absorbed into the self-interaction structure of δm (Doc. 049, 097).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 particles, only field knots' — the ontological reading the simple Lagrangian suggests.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extended Lagrangian: full contact with QFT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1554480"/>
          </a:xfrm>
          <a:prstGeom prst="roundRect">
            <a:avLst>
              <a:gd name="adj" fmla="val 4118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ℒ_kin = ½ (∂_μ Δm)(∂^μ Δm)      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ℒ_mass = −½ m_T² Δm²      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ℒ_int = g_T  ψ̄ ψ Δm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term, mass term and Yukawa-type coupling of the time/mass deviation field Δm to fermions — alongside the standard ℒ_SM terms.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rules derived for the Δm sector — quantum corrections computable, not just postulated.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mass scaling emerges from the coupling structure; the fundamental T0 formula follows analytically.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evaluation closes the loop back to the ratio layer of Part I — the Lagrangian and the geometry tell one story.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095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formulations are necessary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T⁴, speaks in windings, phases, ratios.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Ontologically primary: this is what the theory claims the world is like.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derivations, exactness, parameter-freedom.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Field-theoretic form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flat spacetime, speaks the language of QFT.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Pragmatically indispensable: connects to detectors, scattering, the SM literature.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 the two wave-equation pictures — same physics, different reach.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6634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models vs. ontological reality: keeping both forms is not redundancy — it is the declared bridge between what is and what is measured.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052–054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Elimination of mass: Dirac without mass parameters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65376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Dirac equation is reformulated so that the mass parameter is replaced by ratio expressions in ξ — mass becomes derived, not fundamental.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5054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9504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054 runs the complete numerical verification table: every replaced parameter is checked against its SI value through the declared conversion layer.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5295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91363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of Doc. 053 is pure ratio physics (parameter-free); Part II adds the single SI reference. The split is the two-layer structure of Part I in action.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097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Higgs sector, re-read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 = λ²ₕ v² / (16π³ m²ₕ)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1.33 × 10⁻⁴  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consistency check from the electroweak sector — not the source of ξ.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on record: an earlier 64π⁴ prefactor was wrong; corrected to 16π³ (Doc. 190).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Higgs potential and mass computation re-derived inside the T0 frame — the mechanism survives, its parameter count does not.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Higgs field is structurally integrated into the deviation-field self-interaction rather than bolted on.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agreement between the geometric ξ and the electroweak expression is the strongest cross-sector check in the corpus.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180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five-step chain to the minimal length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55448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6276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9202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Lagrangian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39112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03704" y="1554480"/>
            <a:ext cx="1554480" cy="96012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2276856" y="16276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76856" y="19202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39896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04488" y="1554480"/>
            <a:ext cx="1554480" cy="96012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16276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77640" y="19202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of ξ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40680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05272" y="1554480"/>
            <a:ext cx="1554480" cy="96012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5678424" y="16276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78424" y="19202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ξ²/(4mₑ)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41464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06056" y="1554480"/>
            <a:ext cx="1554480" cy="960120"/>
          </a:xfrm>
          <a:prstGeom prst="roundRect">
            <a:avLst>
              <a:gd name="adj" fmla="val 6667"/>
            </a:avLst>
          </a:prstGeom>
          <a:solidFill>
            <a:srgbClr val="FBF3E4"/>
          </a:solidFill>
          <a:ln/>
        </p:spPr>
      </p:sp>
      <p:sp>
        <p:nvSpPr>
          <p:cNvPr id="23" name="Text 21"/>
          <p:cNvSpPr/>
          <p:nvPr/>
        </p:nvSpPr>
        <p:spPr>
          <a:xfrm>
            <a:off x="7379208" y="16276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79208" y="19202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L₀ = ξ · ℓ_P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283464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Lagrangian's self-consistency condition admits exactly one dimensionless solution — ξ is unique, not chosen.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follows as a derived quantity; the Planck length follows from G; L₀ = ξ·ℓ_P ≈ 2.16 × 10⁻³⁹ m is the sub-Planck minimum.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L₀ is a structural floor of the geometry — not a Schwarzschild radius and not an observable distance (clarified in Doc. 180/188).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ends with an explicit SI connection — the declared conversion layer, never hidden.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067 / 129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complexity to simplicity — deliberately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Doc. 129 — the simple route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dynamics restated at textbook level: one field, one potential, one coupling.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making the compression auditable — if it cannot be said simply, it has not been understood.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Doc. 067 — the mathematical spine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time–mass Lagrange foundations: the duality T̃·m = 1 implemented at the level of the action.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field picture back to the geometric picture — the bridge both directions are checked over.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95728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deviation field with ℒ = ε·(∂δm)² carries what the SM distributes over 19+ parameters.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extended form (kinetic + mass + Yukawa terms) delivers Feynman rules and quantum corrections.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formulations — geometric and field-theoretic — are both necessary and explicitly bridged.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is eliminated as a fundamental parameter (Dirac sector, Docs 052–054).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chain Lagrangian → ξ → G → ℓ_P → L₀ fixes the minimal length without free choices.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Part III: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&amp; Constants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FFGFT Part II — Lagrangian</dc:title>
  <dc:subject>PptxGenJS Presentation</dc:subject>
  <dc:creator>Johann Pascher</dc:creator>
  <cp:lastModifiedBy>Johann Pascher</cp:lastModifiedBy>
  <cp:revision>1</cp:revision>
  <dcterms:created xsi:type="dcterms:W3CDTF">2026-06-10T15:47:17Z</dcterms:created>
  <dcterms:modified xsi:type="dcterms:W3CDTF">2026-06-10T15:47:17Z</dcterms:modified>
</cp:coreProperties>
</file>