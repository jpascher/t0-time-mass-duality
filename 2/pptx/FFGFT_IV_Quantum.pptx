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Sector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QFT, Bell, Hilbert space, renormalisation,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— the largest block of the corpus.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DOCUMENTS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of the quantum programme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0" y="1417320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020 QFT/QM · 141 renormalisation · 163 UV catastrophe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9397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Nonlocality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2093976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023/023a Bell · 074 no-go theorems · 131 apparent instantaneity · 230 topology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06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0320" y="2770632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Hilbert translation · 231 four extensions · 232 Quantum Graphity as subset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472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60320" y="3447288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034 T0-compiled QC · 073/147 testing · 161/162 Ising machines · 173–176 qubits/Shor · 183 Willow · 184 p-bit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78224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2394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60320" y="4123944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't Hooft cellular automata · 038 Markov determinism · 035 core principles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quantisation with a natural cutoff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field quantisation: the deviation field Δm is quantised on the compact T⁴ — mode sums are finite by construction.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Renormalisation re-read: the arbitrary UV cutoff of standard QFT becomes a natural scale of the geometry — L₀ ends the integration, no counterterm gymnastics.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QM equations re-derived: Schrödinger dynamics emerges in the low-energy limit of the torus field theory.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test programme sketched: where T0-QM and standard QM could differ at accessible precision.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416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compactness of T⁴ is doing the work that regularisation schemes simulate — finiteness is geometric, not procedural.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141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Renormalisation as dimension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d_s ≈ 2  →  d_s ≈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                      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dimension flows from ~2 at small scales to ~4 at large scales — gravity becomes renormalisable in the UV.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is not an added postulate: it follows necessarily from the time–mass duality and the fractal structure D_f = 3 − ξ.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chapter: asymptotic safety, causal dynamical triangulations, Hořava gravity — all exhibit a similar flow; FFGFT derives it.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singularities: where dimension flows, classical divergences soften.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023 / 074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Bell, Kochen–Specker, and the honest route through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accepted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Bell's theorem is mathematically airtight — no hidden flaw is claimed.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Loophole-free Bell tests are real; their statistics are reproduced exactly.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Kochen–Specker rules out non-contextual value assignments — accepted.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FFGFT exits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measurement-independence assumption: on a compact T⁴, apparatus settings and source share topological structure — the statistical-independence premise need not hold.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declared, structural exit — not a conspiracy: the correlations are carried by geometry (Doc. 230), predictions stay identical.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023 adds ML-simulated Bell statistics under the T0 modification.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entanglement looks instantaneous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2377440" cy="2377440"/>
          </a:xfrm>
          <a:prstGeom prst="ellipse">
            <a:avLst/>
          </a:prstGeom>
          <a:solidFill>
            <a:srgbClr val="CADCFC">
              <a:alpha val="0"/>
            </a:srgbClr>
          </a:solidFill>
          <a:ln w="1270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84378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3127248" y="284378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27248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closed structure — no signal path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69080" y="15087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global relations: what looks like instant action is a pre-existing global constraint of the compact geometry being read out locally.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propagates at measurement — the correlation was woven into the winding structure when the pair was created.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Relativistic locality is preserved at the level of dynamics; only the description that ignores topology generates the paradox.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founding motivation of the whole framework (Part I): instantaneity as a description artifact.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Hilbert-space dictionary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translatable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operators, all quantum gates — (z, r, θ) torus coordinates ↔ (α, β) amplitudes.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products, entanglement, Bell and GHZ states.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statistical predictions identical to the Born rule.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evolution: Schrödinger in the low-energy limit.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FFGFT-specific surplus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ξ, the fermion masses, α, K_frak: Hilbert space has the tools but no values — FFGFT delivers tools AND values.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explains why the formalism works, not only that it works.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 in the projection chain (Doc. 270): the translation is bijective — nothing is lost either way.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extensions beyond plain Hilbert space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7592" y="1545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Deformed SU(2)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07592" y="189280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 algebra acquires an ξ-deformation — standard SU(2) is the ξ→0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68112" y="1545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quantum number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68112" y="189280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adds a periodic quantum number with no Hilbert-space counterpart.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07592" y="3118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structure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07592" y="346557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bundles over T⁴ replace bare tensor products — entanglement as bundle topology.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68112" y="3118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winding k_t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68112" y="346557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circle contributes its own winding index — invisible in standard QM.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645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point: known mathematics in a new combination — each piece is textbook, the assembly is the theory.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Hilbert space to physical space: the T0-compiled QC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qubit states are torus coordinates, gate sequences become geometric paths — and paths can be optimised before execution.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optimisations fall out of the formalism: gate fusion, phase bookkeeping, and routing become geometry problems with known solutions.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'T0-compiled quantum computer': a compilation target where the deterministic substrate handles what error correction otherwise fights.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073 / 147 turn this into testable proposals on current hardware — including deterministic factorisation studies (Docs 075/076, 176).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9722"/>
            </a:avLst>
          </a:prstGeom>
          <a:solidFill>
            <a:srgbClr val="FB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782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discipline: these are engineering consequences of the formalism, presented as proposals — not as demonstrated speedups.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161–184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Dialogues with real hardware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 machines (161/162)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Ising machines as native T0 optimisers — the comparison of QM-optimisation vs. CIM strategies.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anatomy (173–175)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dots, spin-qubit control, and what lies between |0⟩ and |1⟩ — read through torus state spaces.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with photons (176)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without a qubit register — the photonic T0 route.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Willow &amp; p-bits (183/184)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Willow chip read as self-measurement physics; the p-bit as the operating point between bit and qubit.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164 / 232 / 038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Interpretive neighbours, precisely located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 Hooft's cellular automata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150876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spirit (deterministic substrate beneath QM), different substrate: CA lattice vs. continuous fractal torus. The dialogue is documented, the differences are kept sharp.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8775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Graphity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258775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be a subset: the graph dynamics of Quantum Graphity embeds in FFGFT's mode structure — a containment claim, argued in Doc. 232.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75304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6674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determinism (038)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366674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determinism in discrete worlds — where coarse-graining manufactures apparent randomness; the statistical bridge between substrate and Born rule.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 gives QFT a natural cutoff; renormalisation becomes derived dimension flow (d_s: 2 → 4).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and Kochen–Specker accepted in full — the exit is the measurement-independence premise, carried by topology.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dictionary is complete and bijective; FFGFT adds the values the formalism leaves open.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formal extensions (deformed SU(2), cyclic numbers, bundles, k_t) mark genuinely new structure.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a compilation perspective with hardware dialogues from Ising machines to Willow.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V: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Bridges, Methodology &amp; Validation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IV — Quantum Sector</dc:title>
  <dc:subject>PptxGenJS Presentation</dc:subject>
  <dc:creator>Johann Pascher</dc:creator>
  <cp:lastModifiedBy>Johann Pascher</cp:lastModifiedBy>
  <cp:revision>1</cp:revision>
  <dcterms:created xsi:type="dcterms:W3CDTF">2026-06-10T15:47:17Z</dcterms:created>
  <dcterms:modified xsi:type="dcterms:W3CDTF">2026-06-10T15:47:17Z</dcterms:modified>
</cp:coreProperties>
</file>