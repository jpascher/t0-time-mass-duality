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Particles &amp; Constants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Ratio-based computation of the quantities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Model takes as inputs.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006 / 046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Lepton masses from geometric invariants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371600" cy="155448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r_e = 4/3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p_e = 3/2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84248" y="1417320"/>
            <a:ext cx="1371600" cy="155448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1984248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84248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r_μ = 16/5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84248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p_μ = 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65576" y="1417320"/>
            <a:ext cx="1371600" cy="155448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3465576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65576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r_τ = 25/9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65576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p_τ = 2/3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1272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mᵢ ∝ rᵢ · ξ^{pᵢ}   —   masses as ξ-powers with rational geometric invariants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= harmonic overtones of one resonator, connected by the geometric ladder q = 2/3 — not independent degrees of freedom (Doc. 172).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on record: r_τ corrected from 8/3 to 25/9 (Doc. 190).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57800" y="1417320"/>
            <a:ext cx="3383280" cy="32004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Q_FFGFT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2057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0.6677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5486400" y="2971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Koide-type scalar — computed, not fitted.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from 2/3: only 1.08 × 10⁻³ — the imprint of the geometric ξ-correction (Docs 116, 258, 259).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011 / 043 / 044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fine-structure constant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≈ 1/137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ξ structure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verification, not a starting point.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century-old riddle (Doc. 137) read as torus harmonics.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ħ and c enter only as SI conversions; the dimensionless core of α is geometric.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043 resolves the constants question systematically: which constants are structural, which conventional.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change: α moves from 'fundamental mystery' to 'derived ratio' — same shift as G in Part 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012 / 127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Gravity's constant as a derived quantity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8138160" cy="1234440"/>
          </a:xfrm>
          <a:prstGeom prst="roundRect">
            <a:avLst>
              <a:gd name="adj" fmla="val 5185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ξ² / (4 mₑ)</a:t>
            </a:r>
            <a:pPr indent="0" marL="0">
              <a:buNone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(natural units)        →        SI conversion via the declared bridge (Doc. 127)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 is not a separate force with its own constant — G measures the same geometry that fixes the electron mass scale.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notorious experimental scatter of G measurements is discussed as a conversion-layer issue, not a geometry issue.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with α: the two 'fundamental constants' of classical physics both reduce to ξ plus unit bookkeeping.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calculation programme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270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parameters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ξ, the characteristic T0 units r₀ = E₀ = m₀, and the two structural factors 3.52×10⁻² and 2.84×10⁻⁵ — each with its origin derived step by step.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270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Yukawa method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T0 version of Yukawa couplings: detailed mass computations for the particle spectrum from the ratio layer.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99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constants list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table of physical constants computed through the declared SI bridge — every value auditable.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099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g−2 (one line)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Magnetic-moment anomalies are covered (Docs 016/018) — kept deliberately subordinate here; the geometric vs. semi-empirical comparison lives in the corpus.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059 / 168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the spectrum, ordering the elements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Doc. 059 — the full count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particle bookkeeping: which winding/node classes exist on T⁴ and how they map to the observed spectrum.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room for arbitrary extras: the topology fixes the inventory.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Doc. 168 — the periodic system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ξ-power ladder extended to atomic structure: periodicity in the elements as another face of the same scale recursion.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167 takes it into materials: LiNbO₃ properties located on the ξ-power ladder.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160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Lepton lifetimes as ratios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ratios of the charged leptons expressed through the same geometric invariants rᵢ and exponents pᵢ that fix the masses — one structure, two observable families.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ratio statements: parameter-free predictions that need no SI bridge at all.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cleanest test class the framework offers — ratios of measured lifetimes against ratios of computed invariants.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8138160" cy="1188720"/>
          </a:xfrm>
          <a:prstGeom prst="roundRect">
            <a:avLst>
              <a:gd name="adj" fmla="val 5385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wherever the SM needs one fitted number per particle, FFGFT offers one rational invariant per particle — and the invariants are linked by q = 2/3.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007 / 047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Neutrinos — where the framework says 'not yet'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1005840"/>
          </a:xfrm>
          <a:prstGeom prst="roundRect">
            <a:avLst>
              <a:gd name="adj" fmla="val 6364"/>
            </a:avLst>
          </a:prstGeom>
          <a:solidFill>
            <a:srgbClr val="FBF3E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neutrino documents open with a 'scientific honesty' preamble: the neutrino sector is the least settled part of the particle programme, and the corpus says so explicitly.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neutrino mass formula exists (Doc. 047) — presented with its assumptions and open ends marked, not as a settled derivation.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Mass-squared differences have been cross-checked against oscillation data in exploratory fits (Doc. 035 extensions).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classification follows the three-layer methodology of Part I: this sector sits in layer 3 (plausibility), not layer 1 (proof).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Lepton masses: rational invariants × ξ-powers, generations linked by q = 2/3.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Q_FFGFT = 0.6677 computed, not fitted — the Koide riddle resolved geometrically.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and G both reduce to ξ plus declared unit conversion.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016 delivers the full auditable constants table; g−2 deliberately kept subordinate.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Neutrinos: openly classified as the least settled sector — honesty as method.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IV: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Sector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FFGFT Part III — Particles &amp; Constants</dc:title>
  <dc:subject>PptxGenJS Presentation</dc:subject>
  <dc:creator>Johann Pascher</dc:creator>
  <cp:lastModifiedBy>Johann Pascher</cp:lastModifiedBy>
  <cp:revision>1</cp:revision>
  <dcterms:created xsi:type="dcterms:W3CDTF">2026-06-10T15:47:17Z</dcterms:created>
  <dcterms:modified xsi:type="dcterms:W3CDTF">2026-06-10T15:47:17Z</dcterms:modified>
</cp:coreProperties>
</file>